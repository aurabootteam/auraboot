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Q3 Regional Review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0" y="0"/>
            <a:ext cx="0" cy="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>Regional performance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143000"/>
            <a:ext cx="5588000" cy="3556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0" y="254000"/>
            <a:ext cx="762000" cy="76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