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notesMasters/notesMaster1.xml" Type="http://schemas.openxmlformats.org/officeDocument/2006/relationships/notesMaster"/><Relationship Id="rId9" Target="theme/theme2.xml" Type="http://schemas.openxmlformats.org/officeDocument/2006/relationships/them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Channel conflict with the Hangzhou distributor is the root cause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Q3 East China revenue fell 12 percent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Mitigation plan for the coming quarter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